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Region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South</c:v>
                  </c:pt>
                  <c:pt idx="1">
                    <c:v>North</c:v>
                  </c:pt>
                  <c:pt idx="2">
                    <c:v>East</c:v>
                  </c:pt>
                  <c:pt idx="3">
                    <c:v>Central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153000</c:v>
                </c:pt>
                <c:pt idx="1">
                  <c:v>83000</c:v>
                </c:pt>
                <c:pt idx="2">
                  <c:v>82000</c:v>
                </c:pt>
                <c:pt idx="3">
                  <c:v>48000</c:v>
                </c:pt>
                <c:pt idx="4">
                  <c:v>31000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SDK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 Search  ·  Tailored Resumes  ·  Personalized Cover Letters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1188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Hamza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Engineering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36118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University of Newfoundland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Job Searching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69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Hours Wasted Daily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searching 5+ job boards every morning takes 2-3 hours of valuable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Generic Resumes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048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resume sent to every job — no keyword matching, low ATS scores, fewer callbacks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72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Repetitive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cover letters from scratch for every single application — tedious and inconsistent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143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never reach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reviewer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20640" y="2834640"/>
            <a:ext cx="3200400" cy="27432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926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754880" y="35844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daily on manual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AI Job Application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command. Fully automated. Every morning at 8 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Smart Job 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jobs on LinkedIn &amp; Indeed posted in last 24 hours — Newfoundland &amp; Nova Scotia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2588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435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AI Resume Tailoring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rewrites your resume keywords to match each job description automatically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Personalized Cover Letters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role-specific cover letters written by AI for every single application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11480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346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44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Daily HTML Digest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32918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report with Apply Now buttons — everything ready, just click and submit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4622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work after setup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5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69848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Agent SDK — Runs automatically every morning at 8am, zero human input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19656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96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Sub-Agents — 3 specialized agents run in parallel (Search + Resume + Cover Letter)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8229600" cy="658368"/>
          </a:xfrm>
          <a:prstGeom prst="rect">
            <a:avLst/>
          </a:prstGeom>
          <a:solidFill>
            <a:srgbClr val="0D4A6E"/>
          </a:solidFill>
          <a:ln w="12700">
            <a:solidFill>
              <a:srgbClr val="0D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69464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5511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Skills (SKILL.md) — Hamza's analysis process written once, followed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8229600" cy="658368"/>
          </a:xfrm>
          <a:prstGeom prst="rect">
            <a:avLst/>
          </a:prstGeom>
          <a:solidFill>
            <a:srgbClr val="00607A"/>
          </a:solidFill>
          <a:ln w="12700">
            <a:solidFill>
              <a:srgbClr val="006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319272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9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3009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MCP — Connects to LinkedIn, Indeed databases via Model Context Protocol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8229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6908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69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05079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Tool Calling — Read files, run Python scripts, query SQLite database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Daily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Job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Indeed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24 hours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+ NS + Remote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005840"/>
            <a:ext cx="201168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Resume Tailor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matches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keywords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201168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97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Cover Letter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letter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 using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1005840"/>
            <a:ext cx="2011680" cy="2606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097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HTML Digest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with Apply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buttons opens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browser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2267712"/>
            <a:ext cx="228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2231136" y="2212848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2267712"/>
            <a:ext cx="228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4334256" y="2212848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267712"/>
            <a:ext cx="228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6437376" y="2212848"/>
            <a:ext cx="9144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886200"/>
            <a:ext cx="859536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388620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Total time: ~7 minutes  |  🤖 Human involvement: Zero  |  📅 Schedule: Every day at 8:00 AM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Running in Parallel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sequential — all agents work simultaneously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29000" y="1051560"/>
            <a:ext cx="2286000" cy="5943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1051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Manager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H="1">
            <a:off x="3703320" y="1645920"/>
            <a:ext cx="640080" cy="411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645920"/>
            <a:ext cx="0" cy="411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40680" y="1645920"/>
            <a:ext cx="640080" cy="41148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011680"/>
            <a:ext cx="2651760" cy="2423160"/>
          </a:xfrm>
          <a:prstGeom prst="rect">
            <a:avLst/>
          </a:prstGeom>
          <a:solidFill>
            <a:srgbClr val="1A2F4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084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Job Search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LinkedIn &amp; Indeed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NL + NS + Remote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24 hours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SQLite 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by relevance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011680"/>
            <a:ext cx="2651760" cy="2423160"/>
          </a:xfrm>
          <a:prstGeom prst="rect">
            <a:avLst/>
          </a:prstGeom>
          <a:solidFill>
            <a:srgbClr val="1A2F4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2084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23408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Resume Tailor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3756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job 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Summary section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skills by match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best projects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as .txt 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651760" cy="2423160"/>
          </a:xfrm>
          <a:prstGeom prst="rect">
            <a:avLst/>
          </a:prstGeom>
          <a:solidFill>
            <a:srgbClr val="1A2F4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20848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34086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Cover Letter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26974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per company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real achievements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specific role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as .txt file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8229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736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combined by Manager Agent into one HTML report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270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agent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SQLite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· json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Claude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15270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tailoring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writing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SDK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097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JobSpy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52704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scraping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Indeed scraping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jobs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43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SQLite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1729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tracker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606040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743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Agent SDK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1729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8 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trigger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606040"/>
            <a:ext cx="26517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27432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HTML Report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172968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digest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 buttons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UI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43891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open-source stack — reproducible and deployable anywhere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— First Run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24, 2026 — Real data, not a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1463040"/>
          </a:xfrm>
          <a:prstGeom prst="rect">
            <a:avLst/>
          </a:prstGeom>
          <a:solidFill>
            <a:srgbClr val="1A2F4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Scraped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212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LinkedIn &amp; Indeed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2011680" cy="1463040"/>
          </a:xfrm>
          <a:prstGeom prst="rect">
            <a:avLst/>
          </a:prstGeom>
          <a:solidFill>
            <a:srgbClr val="1A2F4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+ NS Jobs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2212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location filter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26280" y="1143000"/>
            <a:ext cx="2011680" cy="1463040"/>
          </a:xfrm>
          <a:prstGeom prst="rect">
            <a:avLst/>
          </a:prstGeom>
          <a:solidFill>
            <a:srgbClr val="1A2F4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262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Made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2212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AI-tailored per company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1143000"/>
            <a:ext cx="2011680" cy="1463040"/>
          </a:xfrm>
          <a:prstGeom prst="rect">
            <a:avLst/>
          </a:prstGeom>
          <a:solidFill>
            <a:srgbClr val="1A2F45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1188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6294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212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per role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7889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Found: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 St. John's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2788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Covered: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3090672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John's, NL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Halifax, 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Dartmouth, 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(Canada)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Runtime: ~7 minutes from start to HTML report — fully automated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Project: BI Intelligence Agent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2,000 rows of sales data from SQLite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sub-agents analyze in parallel: Revenue · Products · Regions · Anomalies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anomalies, underperformers, revenue trends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executive report automatically every Monday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788920"/>
            <a:ext cx="64008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$396K this month (+10.1% MoM)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Anomalies: 16 detected (9 Critical)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Region: South ($153K)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663440" y="86868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66344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underperforming regions requiring attention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Concepts Applied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AI Agent SDK used in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07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Tool Calling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30759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11880" y="128016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read files, query SQLite, write JSON results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21040" y="130759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2024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0848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MCP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208483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0574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LinkedIn, Indeed, SQLite database via jobspy &amp; anthropic SDK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208483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9748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620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Skills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286207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11880" y="283464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defines analysis process — Monitor → Explore → Craft → Impact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286207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65836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7472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393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Sub-Agents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63931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11880" y="361188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(Search, Resume, Cover Letter) run in parallel, manager combines results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21040" y="363931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4165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Agent SDK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0" y="441655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11880" y="438912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 runs every day at 8:00 AM with zero human involvement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21040" y="4416552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3657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Saved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 vs manual searching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58568"/>
            <a:ext cx="64008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682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Applications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submit in 7 minutes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57016"/>
            <a:ext cx="39319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57016"/>
            <a:ext cx="64008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667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Tailored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41513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cover letter per job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7160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1554480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4356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Delivery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73736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digest to inbox every morning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25856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258568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44144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441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322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Slack Alerts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26243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 for high-match jobs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145536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45536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3328416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328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2095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Application Tracker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35112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to track response rates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4032504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4032504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73168" y="4215384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4096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More Locations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43982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Toronto, Vancouver, Remote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560320"/>
            <a:ext cx="5486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27432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Hamza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31272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muhammadhamzacheema786@gmail.com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34564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github.com/Cheema2000  |  linkedin.com/in/muhammad-hamza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54480" y="3931920"/>
            <a:ext cx="2651760" cy="475488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39319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Job Application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931920"/>
            <a:ext cx="2651760" cy="475488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39319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BI Intelligence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681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Claude AI  ·  Agent SDK  ·  Python  ·  JobSpy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Job Application Agent</dc:title>
  <dc:subject>PptxGenJS Presentation</dc:subject>
  <dc:creator>Muhammad Hamza</dc:creator>
  <cp:lastModifiedBy>Muhammad Hamza</cp:lastModifiedBy>
  <cp:revision>1</cp:revision>
  <dcterms:created xsi:type="dcterms:W3CDTF">2026-03-24T04:09:43Z</dcterms:created>
  <dcterms:modified xsi:type="dcterms:W3CDTF">2026-03-24T04:09:43Z</dcterms:modified>
</cp:coreProperties>
</file>